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1"/>
  </p:normalViewPr>
  <p:slideViewPr>
    <p:cSldViewPr snapToGrid="0">
      <p:cViewPr varScale="1">
        <p:scale>
          <a:sx n="121" d="100"/>
          <a:sy n="121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324B-1A0E-1B67-4C21-E340BE6D5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122E1-44FC-1378-FB4A-FDC3658C4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5FAC6-389F-7675-2C7C-04848B58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2AC70-E24B-CE88-3E1B-C24C5613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7C9D7-2636-92E8-5FF7-E5B4CF5B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47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99C0-4E48-FC01-9372-083E68B1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2C3D8-516F-D0DA-5222-DE036907D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908AE-0A5B-CB16-0B32-BCFA52B0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78B9E-0CC0-0C80-CFBA-3C9F010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85AA1-8FB7-11FA-ADEB-36700CB2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9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ECF1-F625-4FF9-7A06-9D2F20D56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BEB0F-785B-1B38-F8D7-905AA559F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0B0D8-3682-9F4C-E911-D05CC0DE5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65ABD-6555-297F-7CEB-4B2923C7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53D80-91CA-B3D4-23C5-2570B8E0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92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747D7-D683-097F-B1AA-52CC382B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504A4-D5C0-CC04-6B6E-C73B82BE0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5BEEC-47C1-255A-6515-EEFA8FBDC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1D729-3776-8419-A98C-5534E662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7226C-38F3-4BE9-DD67-773915C1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EA830-4093-DD7C-E29E-1A0AD648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4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4863-3A05-679F-3376-17274002F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20BC5-9608-D574-511E-1CA3D2274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BFAFE-528E-516C-E5F1-750115B18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206D8-067C-9CF8-78B3-5776570F4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BF819-55D7-2CB7-8F56-1188D36BA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F0B1B-D4C4-09E7-B383-5EB9F5BD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05228-37D8-45C3-0707-7C85D819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BECD3-6CAA-A238-4682-C645888AE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50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5BEE-DE0D-721B-73ED-1E3AA2EA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6CAAB-841B-D7C6-B59A-E59DD4A32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D68E0-0E15-178A-344A-348A060A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7DE9E2-B45A-2002-993D-DB3C5077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0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EAAAFC-1566-09DA-BEAB-3607F56D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01905-578C-5CA4-CC4D-8FDC7E741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A7248-0E51-B564-EDB7-71697B10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570D-6711-3064-0C60-7E293CBF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319B2-052E-1FF4-BE33-EBC84A3E1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8FEF2-75B7-F044-9C21-E17C9229C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C818A-D47A-DF87-7509-A88BA75F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54B52-592F-BCF9-CF7D-8197E640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3E704-1B95-EB37-BF47-1A438B74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4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289B-23CC-9C26-D84C-EB33EE0C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A73D11-665E-5F55-6970-AC536234C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5F785-B4EA-41AA-5B68-ADD00E3A5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565CD-3927-E3E7-BEB7-E5C75773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8AF9E-944F-4E46-B7FA-835CC9EE5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7FA76-CF42-C706-90C7-DBBF4671F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93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413E-3276-9C3A-6B9E-3307FB6B2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1B06-2B86-CBC6-5954-8D04CAD8E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021BB-1CA2-DAC2-B49F-95565A1B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6883F-E7FD-0D29-01B4-76A624620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DFFEA-A64C-358E-F47B-51FC7672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3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2C3EC2-1150-95C9-89C2-0A90CC1EE5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28FC4-66E4-F57D-81DC-DA7CD0557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692FC-1E04-0491-B0C0-09E068B73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8C119-A7EE-6A05-EF69-C87A9F5C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AD55E-8E63-2678-1E42-40B10128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2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C2EEC-A59E-87DB-65AC-AA13BD62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FE511-9ABC-D536-3219-764194B0C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FD83D-2027-108D-0B2F-0F673ED79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D4E38-1827-5242-A60E-B513CD6D8FDB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87DBC-DECE-65DC-D9A4-AA39CB579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C5FC7-E725-8F3A-4657-5D06B4DAE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6263B-1CA0-5442-A294-1615889EB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10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1"/>
          </a:solidFill>
          <a:latin typeface="Arial Narrow" panose="020B0604020202020204" pitchFamily="34" charset="0"/>
          <a:ea typeface="+mj-ea"/>
          <a:cs typeface="Arial Narrow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B376-AEFD-D776-F3FB-6CF3CF394B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64463-3BE7-5E9A-57B2-76DA653DE6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42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Arial Narrow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Ulichney, Ginny</dc:creator>
  <cp:lastModifiedBy>Ulichney, Ginny</cp:lastModifiedBy>
  <cp:revision>4</cp:revision>
  <dcterms:created xsi:type="dcterms:W3CDTF">2025-09-17T13:59:18Z</dcterms:created>
  <dcterms:modified xsi:type="dcterms:W3CDTF">2025-09-17T14:44:32Z</dcterms:modified>
</cp:coreProperties>
</file>