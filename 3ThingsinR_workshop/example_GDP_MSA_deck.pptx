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43"/>
  </p:normalViewPr>
  <p:slideViewPr>
    <p:cSldViewPr snapToGrid="0">
      <p:cViewPr varScale="1">
        <p:scale>
          <a:sx n="115" d="100"/>
          <a:sy n="115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3324B-1A0E-1B67-4C21-E340BE6D5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E122E1-44FC-1378-FB4A-FDC3658C4A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5FAC6-389F-7675-2C7C-04848B58F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E38-1827-5242-A60E-B513CD6D8FD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2AC70-E24B-CE88-3E1B-C24C5613F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7C9D7-2636-92E8-5FF7-E5B4CF5B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47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099C0-4E48-FC01-9372-083E68B1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2C3D8-516F-D0DA-5222-DE036907D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908AE-0A5B-CB16-0B32-BCFA52B04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E38-1827-5242-A60E-B513CD6D8FD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78B9E-0CC0-0C80-CFBA-3C9F010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85AA1-8FB7-11FA-ADEB-36700CB2D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9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6ECF1-F625-4FF9-7A06-9D2F20D56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BEB0F-785B-1B38-F8D7-905AA559F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0B0D8-3682-9F4C-E911-D05CC0DE5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E38-1827-5242-A60E-B513CD6D8FD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65ABD-6555-297F-7CEB-4B2923C7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53D80-91CA-B3D4-23C5-2570B8E05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92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747D7-D683-097F-B1AA-52CC382B1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504A4-D5C0-CC04-6B6E-C73B82BE00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5BEEC-47C1-255A-6515-EEFA8FBDC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1D729-3776-8419-A98C-5534E662C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E38-1827-5242-A60E-B513CD6D8FD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7226C-38F3-4BE9-DD67-773915C1D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EA830-4093-DD7C-E29E-1A0AD648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46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44863-3A05-679F-3376-17274002F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20BC5-9608-D574-511E-1CA3D2274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5BFAFE-528E-516C-E5F1-750115B18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6206D8-067C-9CF8-78B3-5776570F4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8BF819-55D7-2CB7-8F56-1188D36BA6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5F0B1B-D4C4-09E7-B383-5EB9F5BDE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E38-1827-5242-A60E-B513CD6D8FD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005228-37D8-45C3-0707-7C85D819A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7BECD3-6CAA-A238-4682-C645888AE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750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C5BEE-DE0D-721B-73ED-1E3AA2EA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A6CAAB-841B-D7C6-B59A-E59DD4A32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E38-1827-5242-A60E-B513CD6D8FD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8D68E0-0E15-178A-344A-348A060AE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7DE9E2-B45A-2002-993D-DB3C5077C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507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EAAAFC-1566-09DA-BEAB-3607F56D4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E38-1827-5242-A60E-B513CD6D8FD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401905-578C-5CA4-CC4D-8FDC7E741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A7248-0E51-B564-EDB7-71697B10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4570D-6711-3064-0C60-7E293CBF9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319B2-052E-1FF4-BE33-EBC84A3E1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18FEF2-75B7-F044-9C21-E17C9229C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C818A-D47A-DF87-7509-A88BA75F9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E38-1827-5242-A60E-B513CD6D8FD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54B52-592F-BCF9-CF7D-8197E6402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3E704-1B95-EB37-BF47-1A438B747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04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B289B-23CC-9C26-D84C-EB33EE0C3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A73D11-665E-5F55-6970-AC536234C3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5F785-B4EA-41AA-5B68-ADD00E3A5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565CD-3927-E3E7-BEB7-E5C75773F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E38-1827-5242-A60E-B513CD6D8FD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8AF9E-944F-4E46-B7FA-835CC9EE5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7FA76-CF42-C706-90C7-DBBF4671F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93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2413E-3276-9C3A-6B9E-3307FB6B2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B1B06-2B86-CBC6-5954-8D04CAD8E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021BB-1CA2-DAC2-B49F-95565A1BC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E38-1827-5242-A60E-B513CD6D8FD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6883F-E7FD-0D29-01B4-76A624620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DFFEA-A64C-358E-F47B-51FC76722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38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2C3EC2-1150-95C9-89C2-0A90CC1EE5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328FC4-66E4-F57D-81DC-DA7CD0557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692FC-1E04-0491-B0C0-09E068B73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E38-1827-5242-A60E-B513CD6D8FD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8C119-A7EE-6A05-EF69-C87A9F5C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AD55E-8E63-2678-1E42-40B101285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32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EC2EEC-A59E-87DB-65AC-AA13BD62E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FE511-9ABC-D536-3219-764194B0C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FD83D-2027-108D-0B2F-0F673ED798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ED4E38-1827-5242-A60E-B513CD6D8FD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87DBC-DECE-65DC-D9A4-AA39CB5793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C5FC7-E725-8F3A-4657-5D06B4DAE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510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accent1"/>
          </a:solidFill>
          <a:latin typeface="Arial Narrow" panose="020B0604020202020204" pitchFamily="34" charset="0"/>
          <a:ea typeface="+mj-ea"/>
          <a:cs typeface="Arial Narrow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t>U.S. Metropolitan Statistical Area GDP over time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t>By Ginny Ulichney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t>Top 10 MSAs by mean GDP (millions of dollars) via Wikipedia, 2012-2023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7844837"/>
              </p:ext>
            </p:extLst>
          </p:nvPr>
        </p:nvGraphicFramePr>
        <p:xfrm>
          <a:off x="838200" y="1825625"/>
          <a:ext cx="10515600" cy="4786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133"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MSA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133"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New York-Newark-Jersey 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1748937.3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307735.53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133"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Los Angeles-Long Beach-Anaheim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1001487.5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171507.55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133"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Chicago-Naperville-Elgin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684905.5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111672.67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133"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Washington-Arlington-Alexandria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537186.7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93965.58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133"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San Francisco-Oakland-Berkeley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531183.8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147080.94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133"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Dallas-Fort Worth-Arlington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511866.6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125737.18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133"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Houston-The Woodlands-Sugar 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492940.2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98923.36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5133"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Boston-Cambridge-Newton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454910.5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88455.53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5133"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Philadelphia-Camden-Wilmington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437052.8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63231.47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5133"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Atlanta-Sandy Springs-Roswell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00"/>
                        <a:t>399632.0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dirty="0"/>
                        <a:t>94271.52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t>GDP increased over 2012-2023 for most U.S. Metropolitan Statistical Areas (top 50)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t>2020 Population and 2021 GDP were positively associated across U.S. Metropolitan Statistical Areas (top 50)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107</Words>
  <Application>Microsoft Macintosh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Arial Narrow</vt:lpstr>
      <vt:lpstr>Office Theme</vt:lpstr>
      <vt:lpstr>U.S. Metropolitan Statistical Area GDP over time</vt:lpstr>
      <vt:lpstr>Top 10 MSAs by mean GDP (millions of dollars) via Wikipedia, 2012-2023</vt:lpstr>
      <vt:lpstr>GDP increased over 2012-2023 for most U.S. Metropolitan Statistical Areas (top 50)</vt:lpstr>
      <vt:lpstr>2020 Population and 2021 GDP were positively associated across U.S. Metropolitan Statistical Areas (top 50)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Ulichney, Ginny</dc:creator>
  <cp:lastModifiedBy>Ulichney, Ginny</cp:lastModifiedBy>
  <cp:revision>5</cp:revision>
  <dcterms:created xsi:type="dcterms:W3CDTF">2025-09-17T13:59:18Z</dcterms:created>
  <dcterms:modified xsi:type="dcterms:W3CDTF">2025-12-17T18:30:24Z</dcterms:modified>
</cp:coreProperties>
</file>